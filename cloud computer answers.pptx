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R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995E8-E866-402C-B322-9D814F4BB9C7}" type="datetimeFigureOut">
              <a:rPr lang="en-RW" smtClean="0"/>
              <a:t>22/11/2025</a:t>
            </a:fld>
            <a:endParaRPr lang="en-R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8F652-E254-400E-B6C1-A6C8B4251A03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3272614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8F652-E254-400E-B6C1-A6C8B4251A03}" type="slidenum">
              <a:rPr lang="en-RW" smtClean="0"/>
              <a:t>1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075200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8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3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5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3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1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8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9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4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4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9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7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08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419E0-9672-C91E-32CB-F4E518E2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05" r="-1" b="-1"/>
          <a:stretch>
            <a:fillRect/>
          </a:stretch>
        </p:blipFill>
        <p:spPr>
          <a:xfrm>
            <a:off x="4918363" y="3050"/>
            <a:ext cx="6927272" cy="5330949"/>
          </a:xfrm>
          <a:custGeom>
            <a:avLst/>
            <a:gdLst/>
            <a:ahLst/>
            <a:cxnLst/>
            <a:rect l="l" t="t" r="r" b="b"/>
            <a:pathLst>
              <a:path w="6927272" h="5330949">
                <a:moveTo>
                  <a:pt x="0" y="0"/>
                </a:moveTo>
                <a:lnTo>
                  <a:pt x="6927272" y="0"/>
                </a:lnTo>
                <a:lnTo>
                  <a:pt x="6927272" y="3912793"/>
                </a:lnTo>
                <a:lnTo>
                  <a:pt x="6884989" y="4002742"/>
                </a:lnTo>
                <a:cubicBezTo>
                  <a:pt x="6799406" y="4174873"/>
                  <a:pt x="6702812" y="4339578"/>
                  <a:pt x="6592028" y="4494163"/>
                </a:cubicBezTo>
                <a:cubicBezTo>
                  <a:pt x="5802121" y="5596640"/>
                  <a:pt x="4821632" y="5380883"/>
                  <a:pt x="3742808" y="5122218"/>
                </a:cubicBezTo>
                <a:cubicBezTo>
                  <a:pt x="2131653" y="4735722"/>
                  <a:pt x="759367" y="4191689"/>
                  <a:pt x="326623" y="2148182"/>
                </a:cubicBezTo>
                <a:cubicBezTo>
                  <a:pt x="186907" y="1488770"/>
                  <a:pt x="67840" y="834043"/>
                  <a:pt x="13721" y="201231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9896C11-F8DF-437A-B349-8AFD602D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791199" y="-1219198"/>
            <a:ext cx="5181601" cy="762000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F2EBD-152E-BDEB-5F01-1B738BCDE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3100"/>
              <a:t>ULK GISENYI CAMPUS</a:t>
            </a:r>
            <a:br>
              <a:rPr lang="en-US" sz="3100"/>
            </a:br>
            <a:r>
              <a:rPr lang="en-US" sz="3100"/>
              <a:t>KIGALI INDEPENDENT UNIVERSITY</a:t>
            </a:r>
            <a:br>
              <a:rPr lang="en-US" sz="3100"/>
            </a:br>
            <a:r>
              <a:rPr lang="en-US" sz="3100"/>
              <a:t>Class:year2 networking</a:t>
            </a:r>
            <a:br>
              <a:rPr lang="en-US" sz="3100"/>
            </a:br>
            <a:r>
              <a:rPr lang="en-US" sz="3100"/>
              <a:t>Rolle number:202421034</a:t>
            </a:r>
            <a:endParaRPr lang="en-RW" sz="3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19FCC-1608-391A-12B6-3F7C230ED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4572000" cy="1524000"/>
          </a:xfrm>
        </p:spPr>
        <p:txBody>
          <a:bodyPr>
            <a:normAutofit/>
          </a:bodyPr>
          <a:lstStyle/>
          <a:p>
            <a:pPr algn="l"/>
            <a:r>
              <a:rPr lang="en-US"/>
              <a:t>Le 22/11/2025</a:t>
            </a:r>
          </a:p>
          <a:p>
            <a:pPr algn="l"/>
            <a:r>
              <a:rPr lang="en-US"/>
              <a:t>Coud computing assignment</a:t>
            </a:r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1024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8019-5263-7D0A-A214-CE34269C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947" y="111966"/>
            <a:ext cx="6101254" cy="123164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of all activities </a:t>
            </a:r>
            <a:endParaRPr lang="en-RW" b="1" dirty="0">
              <a:solidFill>
                <a:srgbClr val="FF0000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1BF8B9C-43DF-9797-A3FD-F1E685B5C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19958"/>
            <a:ext cx="10668000" cy="38180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1.A Region: </a:t>
            </a:r>
            <a:r>
              <a:rPr lang="en-US" dirty="0"/>
              <a:t>is a physical geographic area where a cloud provider has multiple data centers. Each region operates independently and allows users to choose where their applications and data will be stored.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AWS regions like us-east-1 (USA) or eu-west-1 (Europe).</a:t>
            </a:r>
          </a:p>
          <a:p>
            <a:pPr marL="0" indent="0">
              <a:buNone/>
            </a:pPr>
            <a:r>
              <a:rPr lang="en-US" b="1" dirty="0"/>
              <a:t>2. Availability Zone (AZ):</a:t>
            </a:r>
            <a:r>
              <a:rPr lang="en-US" dirty="0"/>
              <a:t>is a group of one or more isolated data centers within a region. Each AZ has separate power, cooling, and </a:t>
            </a:r>
            <a:r>
              <a:rPr lang="en-US" dirty="0" err="1"/>
              <a:t>networking.AZs</a:t>
            </a:r>
            <a:r>
              <a:rPr lang="en-US" dirty="0"/>
              <a:t> allow applications to remain available even if one AZ fails</a:t>
            </a:r>
          </a:p>
          <a:p>
            <a:pPr marL="0" indent="0">
              <a:buNone/>
            </a:pPr>
            <a:r>
              <a:rPr lang="en-US" b="1" dirty="0"/>
              <a:t>3. Local </a:t>
            </a:r>
            <a:r>
              <a:rPr lang="en-US" b="1" dirty="0" err="1"/>
              <a:t>ZoneA</a:t>
            </a:r>
            <a:r>
              <a:rPr lang="en-US" b="1" dirty="0"/>
              <a:t> :</a:t>
            </a:r>
            <a:r>
              <a:rPr lang="en-US" dirty="0"/>
              <a:t> is an extension of a cloud region located closer to users in specific cities. It provides low-latency (very fast) access for applications like gaming, streaming, and real-time processing.</a:t>
            </a:r>
          </a:p>
          <a:p>
            <a:pPr marL="0" indent="0">
              <a:buNone/>
            </a:pPr>
            <a:endParaRPr lang="en-RW" sz="2600" dirty="0"/>
          </a:p>
        </p:txBody>
      </p:sp>
    </p:spTree>
    <p:extLst>
      <p:ext uri="{BB962C8B-B14F-4D97-AF65-F5344CB8AC3E}">
        <p14:creationId xmlns:p14="http://schemas.microsoft.com/office/powerpoint/2010/main" val="41237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16B1-C8E1-0FA6-972B-0EF4AF96E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513184"/>
            <a:ext cx="10668000" cy="381808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4</a:t>
            </a:r>
            <a:r>
              <a:rPr lang="en-US" b="1" dirty="0"/>
              <a:t>. VPC</a:t>
            </a:r>
            <a:r>
              <a:rPr lang="en-US" dirty="0"/>
              <a:t> (</a:t>
            </a:r>
            <a:r>
              <a:rPr lang="en-US" b="1" dirty="0">
                <a:latin typeface="Abadi ExtraLight" panose="020F0502020204030204" pitchFamily="34" charset="0"/>
              </a:rPr>
              <a:t>Virtual Private Cloud</a:t>
            </a:r>
            <a:r>
              <a:rPr lang="en-US" dirty="0"/>
              <a:t>):A VPC is a private virtual network in the cloud where you can run your resources </a:t>
            </a:r>
            <a:r>
              <a:rPr lang="en-US" dirty="0" err="1"/>
              <a:t>securely.In</a:t>
            </a:r>
            <a:r>
              <a:rPr lang="en-US" dirty="0"/>
              <a:t> a VPC, you control IP address ranges, subnets, routing tables, and security settings.</a:t>
            </a:r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b="1" dirty="0"/>
              <a:t>.  Subnet</a:t>
            </a:r>
            <a:r>
              <a:rPr lang="en-US" dirty="0"/>
              <a:t>: is a subdivision inside a VPC. It helps organize resources.</a:t>
            </a:r>
          </a:p>
          <a:p>
            <a:pPr marL="0" indent="0">
              <a:buNone/>
            </a:pPr>
            <a:r>
              <a:rPr lang="en-US" dirty="0"/>
              <a:t>There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Public subnets → connected to the internet.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Private subnets → isolated, no direct internet connection.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bg1">
                    <a:alpha val="70000"/>
                  </a:schemeClr>
                </a:solidFill>
              </a:rPr>
              <a:t>GitHub Section</a:t>
            </a:r>
          </a:p>
          <a:p>
            <a:pPr marL="0" indent="0">
              <a:buNone/>
            </a:pPr>
            <a:r>
              <a:rPr lang="en-US" dirty="0"/>
              <a:t>6</a:t>
            </a:r>
            <a:r>
              <a:rPr lang="en-US" b="1" dirty="0"/>
              <a:t>. What GitHub </a:t>
            </a:r>
            <a:r>
              <a:rPr lang="en-US" dirty="0"/>
              <a:t>:is an online platform for storing code, collaborating on projects, and tracking changes using Git version control. Developers use it to work together and manage software projects.</a:t>
            </a:r>
          </a:p>
          <a:p>
            <a:pPr marL="0" indent="0">
              <a:buNone/>
            </a:pPr>
            <a:endParaRPr lang="en-RW" dirty="0"/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93848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0CAA2-A788-D2F6-F28E-26171D807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578497"/>
            <a:ext cx="10668000" cy="500307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7. Create an Account on GitHub</a:t>
            </a:r>
          </a:p>
          <a:p>
            <a:pPr marL="0" indent="0">
              <a:buNone/>
            </a:pPr>
            <a:r>
              <a:rPr lang="en-US" sz="8000" dirty="0"/>
              <a:t>Steps: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Go to github.com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Click Sign Up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Enter your email, password, and username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Verify the account</a:t>
            </a:r>
          </a:p>
          <a:p>
            <a:pPr marL="0" indent="0">
              <a:buNone/>
            </a:pPr>
            <a:r>
              <a:rPr lang="en-US" sz="8000" b="1" dirty="0"/>
              <a:t>8. Create a GitHub Repository</a:t>
            </a:r>
            <a:r>
              <a:rPr lang="en-US" sz="80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Log in to GitHub.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Click New Repository.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Give it a name.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Choose Public or Private.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/>
              <a:t>Click Create Repository. </a:t>
            </a:r>
            <a:endParaRPr lang="en-RW" sz="8000" dirty="0"/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25616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E437-0B6F-F7F3-5991-0C2EE5F37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0"/>
            <a:ext cx="10668000" cy="5721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9. Push Your Assignment to GitHub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You upload your assignment files to your GitHub repository using: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GitHub Desktop, 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Git commands, 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Uploading directly through the browser.</a:t>
            </a:r>
          </a:p>
          <a:p>
            <a:pPr marL="0" indent="0">
              <a:buNone/>
            </a:pPr>
            <a:r>
              <a:rPr lang="en-US" sz="2000" b="1" dirty="0"/>
              <a:t>10. Clone the Assignment for Verification</a:t>
            </a:r>
          </a:p>
          <a:p>
            <a:pPr marL="0" indent="0">
              <a:buNone/>
            </a:pPr>
            <a:r>
              <a:rPr lang="en-US" sz="2000" dirty="0"/>
              <a:t>Cloning means downloading a copy of the repository from GitHub to your computer.</a:t>
            </a:r>
            <a:br>
              <a:rPr lang="en-US" sz="2000" dirty="0"/>
            </a:br>
            <a:r>
              <a:rPr lang="en-US" sz="2000" dirty="0"/>
              <a:t>You can do this using: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Git clone command</a:t>
            </a:r>
            <a:r>
              <a:rPr lang="en-US" sz="2000" dirty="0"/>
              <a:t>, 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GitHub Desktop Clone option.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u="sng" dirty="0">
                <a:solidFill>
                  <a:schemeClr val="accent4">
                    <a:lumMod val="50000"/>
                    <a:alpha val="70000"/>
                  </a:schemeClr>
                </a:solidFill>
                <a:latin typeface="Aptos Black" panose="020F0502020204030204" pitchFamily="34" charset="0"/>
              </a:rPr>
              <a:t>The End!!!!</a:t>
            </a:r>
            <a:endParaRPr lang="en-RW" sz="2000" i="1" u="sng" dirty="0">
              <a:solidFill>
                <a:schemeClr val="accent4">
                  <a:lumMod val="50000"/>
                  <a:alpha val="70000"/>
                </a:schemeClr>
              </a:solidFill>
              <a:latin typeface="Aptos Black" panose="020F0502020204030204" pitchFamily="34" charset="0"/>
            </a:endParaRPr>
          </a:p>
          <a:p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326443480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412</Words>
  <Application>Microsoft Office PowerPoint</Application>
  <PresentationFormat>Widescreen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Abadi ExtraLight</vt:lpstr>
      <vt:lpstr>Aptos</vt:lpstr>
      <vt:lpstr>Aptos Black</vt:lpstr>
      <vt:lpstr>Arial</vt:lpstr>
      <vt:lpstr>Avenir Next LT Pro</vt:lpstr>
      <vt:lpstr>Avenir Next LT Pro Light</vt:lpstr>
      <vt:lpstr>Sitka Subheading</vt:lpstr>
      <vt:lpstr>Wingdings</vt:lpstr>
      <vt:lpstr>PebbleVTI</vt:lpstr>
      <vt:lpstr>ULK GISENYI CAMPUS KIGALI INDEPENDENT UNIVERSITY Class:year2 networking Rolle number:202421034</vt:lpstr>
      <vt:lpstr>Answer of all activities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willy mh</dc:creator>
  <cp:lastModifiedBy>willy mh</cp:lastModifiedBy>
  <cp:revision>1</cp:revision>
  <dcterms:created xsi:type="dcterms:W3CDTF">2025-11-22T07:35:38Z</dcterms:created>
  <dcterms:modified xsi:type="dcterms:W3CDTF">2025-11-22T08:51:53Z</dcterms:modified>
</cp:coreProperties>
</file>