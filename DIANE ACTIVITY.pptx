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R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47" d="100"/>
          <a:sy n="47" d="100"/>
        </p:scale>
        <p:origin x="163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3FFA0-57D0-D11D-1587-B78B8F92E5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RW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7516A9-8EBA-7F3B-2EBF-E1B2B61F5E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R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44A2ED-4D88-3ADC-1AEF-58DBFE3B3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6E6E7-030B-4CCA-A60A-6AC9A3F36713}" type="datetimeFigureOut">
              <a:rPr lang="en-RW" smtClean="0"/>
              <a:t>26/11/2025</a:t>
            </a:fld>
            <a:endParaRPr lang="en-R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D63BEA-7037-37F9-30C5-CFE30617B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47A2F6-6818-6F40-40C7-6BA79BDB9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EB8B6-6578-4CCE-B401-CBE47CBB19F9}" type="slidenum">
              <a:rPr lang="en-RW" smtClean="0"/>
              <a:t>‹#›</a:t>
            </a:fld>
            <a:endParaRPr lang="en-RW"/>
          </a:p>
        </p:txBody>
      </p:sp>
    </p:spTree>
    <p:extLst>
      <p:ext uri="{BB962C8B-B14F-4D97-AF65-F5344CB8AC3E}">
        <p14:creationId xmlns:p14="http://schemas.microsoft.com/office/powerpoint/2010/main" val="40125428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4C50A-F2AB-2646-D944-55DB8979E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R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F2F71-5350-5FA0-78F9-2E91485996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D6B34-30FD-8D68-B45A-15F44EEFB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6E6E7-030B-4CCA-A60A-6AC9A3F36713}" type="datetimeFigureOut">
              <a:rPr lang="en-RW" smtClean="0"/>
              <a:t>26/11/2025</a:t>
            </a:fld>
            <a:endParaRPr lang="en-R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086103-8FF2-E511-FC78-C375032C6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A76023-A5A2-B3A2-071E-5B3D5757F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EB8B6-6578-4CCE-B401-CBE47CBB19F9}" type="slidenum">
              <a:rPr lang="en-RW" smtClean="0"/>
              <a:t>‹#›</a:t>
            </a:fld>
            <a:endParaRPr lang="en-RW"/>
          </a:p>
        </p:txBody>
      </p:sp>
    </p:spTree>
    <p:extLst>
      <p:ext uri="{BB962C8B-B14F-4D97-AF65-F5344CB8AC3E}">
        <p14:creationId xmlns:p14="http://schemas.microsoft.com/office/powerpoint/2010/main" val="783895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B1835-754E-A49D-8982-28908E5A9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R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0B9EFD-1B2F-4176-4687-A3FD372302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4328C7-8D7E-567E-8CB0-3BCB1F62B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6E6E7-030B-4CCA-A60A-6AC9A3F36713}" type="datetimeFigureOut">
              <a:rPr lang="en-RW" smtClean="0"/>
              <a:t>26/11/2025</a:t>
            </a:fld>
            <a:endParaRPr lang="en-R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F9383D-15C2-3717-0F24-57C0CFC32E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88676D-DC45-04C8-CA0D-FD88037CA9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EB8B6-6578-4CCE-B401-CBE47CBB19F9}" type="slidenum">
              <a:rPr lang="en-RW" smtClean="0"/>
              <a:t>‹#›</a:t>
            </a:fld>
            <a:endParaRPr lang="en-RW"/>
          </a:p>
        </p:txBody>
      </p:sp>
    </p:spTree>
    <p:extLst>
      <p:ext uri="{BB962C8B-B14F-4D97-AF65-F5344CB8AC3E}">
        <p14:creationId xmlns:p14="http://schemas.microsoft.com/office/powerpoint/2010/main" val="499342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9E48F-FC67-051E-779C-6AA78B207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R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A0D02A-FE6E-B489-89A7-4BA600337D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W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2BC0D2-855C-47BD-ED4B-5CB1DE3681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W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5966AC-AE22-7C09-310B-FB27AF26C2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6E6E7-030B-4CCA-A60A-6AC9A3F36713}" type="datetimeFigureOut">
              <a:rPr lang="en-RW" smtClean="0"/>
              <a:t>26/11/2025</a:t>
            </a:fld>
            <a:endParaRPr lang="en-R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51449D-6289-1D18-EFC1-BAEC0B562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916E66-12EC-854C-5023-B05C74B5F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EB8B6-6578-4CCE-B401-CBE47CBB19F9}" type="slidenum">
              <a:rPr lang="en-RW" smtClean="0"/>
              <a:t>‹#›</a:t>
            </a:fld>
            <a:endParaRPr lang="en-RW"/>
          </a:p>
        </p:txBody>
      </p:sp>
    </p:spTree>
    <p:extLst>
      <p:ext uri="{BB962C8B-B14F-4D97-AF65-F5344CB8AC3E}">
        <p14:creationId xmlns:p14="http://schemas.microsoft.com/office/powerpoint/2010/main" val="1368609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61DD9-1B9E-5439-5F82-ED46F0DD0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R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9ACDA1-F00B-94FD-FA74-992385258C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5B782E-BD30-D201-41A5-939ED92422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W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7C3FB39-7B0D-6007-9EAF-FCEE7C8E1D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01400E-00E1-150D-C662-FC4003ADCB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W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E2C1AE-17DB-80D3-18C8-E2678DC57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6E6E7-030B-4CCA-A60A-6AC9A3F36713}" type="datetimeFigureOut">
              <a:rPr lang="en-RW" smtClean="0"/>
              <a:t>26/11/2025</a:t>
            </a:fld>
            <a:endParaRPr lang="en-RW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F7367E-7FF7-97F4-7E98-114D037E9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W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C72B89-A4DB-BCED-14E1-BF5793F62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EB8B6-6578-4CCE-B401-CBE47CBB19F9}" type="slidenum">
              <a:rPr lang="en-RW" smtClean="0"/>
              <a:t>‹#›</a:t>
            </a:fld>
            <a:endParaRPr lang="en-RW"/>
          </a:p>
        </p:txBody>
      </p:sp>
    </p:spTree>
    <p:extLst>
      <p:ext uri="{BB962C8B-B14F-4D97-AF65-F5344CB8AC3E}">
        <p14:creationId xmlns:p14="http://schemas.microsoft.com/office/powerpoint/2010/main" val="12751707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A5C2FF-0B8E-01F8-2BA9-02B3BA5BC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RW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6E7D88-1BF4-D77E-D7DC-510527D15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6E6E7-030B-4CCA-A60A-6AC9A3F36713}" type="datetimeFigureOut">
              <a:rPr lang="en-RW" smtClean="0"/>
              <a:t>26/11/2025</a:t>
            </a:fld>
            <a:endParaRPr lang="en-RW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181663-98B6-B1A5-1650-9D4BE007B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W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AC8370-27B9-B79B-9BEB-33E80E281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EB8B6-6578-4CCE-B401-CBE47CBB19F9}" type="slidenum">
              <a:rPr lang="en-RW" smtClean="0"/>
              <a:t>‹#›</a:t>
            </a:fld>
            <a:endParaRPr lang="en-RW"/>
          </a:p>
        </p:txBody>
      </p:sp>
    </p:spTree>
    <p:extLst>
      <p:ext uri="{BB962C8B-B14F-4D97-AF65-F5344CB8AC3E}">
        <p14:creationId xmlns:p14="http://schemas.microsoft.com/office/powerpoint/2010/main" val="149918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0456B6-3E7B-A508-657F-53B9AADA9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6E6E7-030B-4CCA-A60A-6AC9A3F36713}" type="datetimeFigureOut">
              <a:rPr lang="en-RW" smtClean="0"/>
              <a:t>26/11/2025</a:t>
            </a:fld>
            <a:endParaRPr lang="en-RW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336D1A-1D6A-81F8-5943-58E0EC517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W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35021F-16DE-F2C7-F05A-2F53A6CC4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EB8B6-6578-4CCE-B401-CBE47CBB19F9}" type="slidenum">
              <a:rPr lang="en-RW" smtClean="0"/>
              <a:t>‹#›</a:t>
            </a:fld>
            <a:endParaRPr lang="en-RW"/>
          </a:p>
        </p:txBody>
      </p:sp>
    </p:spTree>
    <p:extLst>
      <p:ext uri="{BB962C8B-B14F-4D97-AF65-F5344CB8AC3E}">
        <p14:creationId xmlns:p14="http://schemas.microsoft.com/office/powerpoint/2010/main" val="783008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3099F-BA01-A1DD-76B5-D81559265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R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09B5C-CE86-3ED7-834B-69D351E818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1CDE8E-EA4A-D388-802C-E44EA417E8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BAC9A4-D1BF-AD87-682E-2C3AF11F2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6E6E7-030B-4CCA-A60A-6AC9A3F36713}" type="datetimeFigureOut">
              <a:rPr lang="en-RW" smtClean="0"/>
              <a:t>26/11/2025</a:t>
            </a:fld>
            <a:endParaRPr lang="en-R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F5A5AC-A88F-DAD2-2893-6FB62872E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AD489B-7555-E3DF-0FFD-F4C9F7818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EB8B6-6578-4CCE-B401-CBE47CBB19F9}" type="slidenum">
              <a:rPr lang="en-RW" smtClean="0"/>
              <a:t>‹#›</a:t>
            </a:fld>
            <a:endParaRPr lang="en-RW"/>
          </a:p>
        </p:txBody>
      </p:sp>
    </p:spTree>
    <p:extLst>
      <p:ext uri="{BB962C8B-B14F-4D97-AF65-F5344CB8AC3E}">
        <p14:creationId xmlns:p14="http://schemas.microsoft.com/office/powerpoint/2010/main" val="2796210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C89E1-F338-F91C-1729-599AA0310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RW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B1665F-F0AB-91FA-755B-46477CEC7F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R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DE2568-BB0D-6234-D606-04CC869FF0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5D60F7-A899-CC27-35BD-C7A178441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6E6E7-030B-4CCA-A60A-6AC9A3F36713}" type="datetimeFigureOut">
              <a:rPr lang="en-RW" smtClean="0"/>
              <a:t>26/11/2025</a:t>
            </a:fld>
            <a:endParaRPr lang="en-R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3AFF52-F455-D02D-8B3D-4A62F0FB5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2C7B1A-5AC6-F16A-9AFE-72C6C661B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EB8B6-6578-4CCE-B401-CBE47CBB19F9}" type="slidenum">
              <a:rPr lang="en-RW" smtClean="0"/>
              <a:t>‹#›</a:t>
            </a:fld>
            <a:endParaRPr lang="en-RW"/>
          </a:p>
        </p:txBody>
      </p:sp>
    </p:spTree>
    <p:extLst>
      <p:ext uri="{BB962C8B-B14F-4D97-AF65-F5344CB8AC3E}">
        <p14:creationId xmlns:p14="http://schemas.microsoft.com/office/powerpoint/2010/main" val="8424874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E4350-C697-469F-8FB1-B9F388EF2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R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FEDDC1-4F31-D679-7222-32F28AFE07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EBA724-CC02-75CE-625D-9602ADA66F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6E6E7-030B-4CCA-A60A-6AC9A3F36713}" type="datetimeFigureOut">
              <a:rPr lang="en-RW" smtClean="0"/>
              <a:t>26/11/2025</a:t>
            </a:fld>
            <a:endParaRPr lang="en-R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750AA-F614-B9F3-0EF1-3A9C143B6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1A0045-CCEF-74CE-E4DB-03D9DB658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EB8B6-6578-4CCE-B401-CBE47CBB19F9}" type="slidenum">
              <a:rPr lang="en-RW" smtClean="0"/>
              <a:t>‹#›</a:t>
            </a:fld>
            <a:endParaRPr lang="en-RW"/>
          </a:p>
        </p:txBody>
      </p:sp>
    </p:spTree>
    <p:extLst>
      <p:ext uri="{BB962C8B-B14F-4D97-AF65-F5344CB8AC3E}">
        <p14:creationId xmlns:p14="http://schemas.microsoft.com/office/powerpoint/2010/main" val="1474997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A870BB8-F747-7CFB-9DB4-40029F5A99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R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506E83-D8AF-DE76-C78A-7E80C99CCF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7781E8-87A6-DB17-C00C-8453BDEB1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6E6E7-030B-4CCA-A60A-6AC9A3F36713}" type="datetimeFigureOut">
              <a:rPr lang="en-RW" smtClean="0"/>
              <a:t>26/11/2025</a:t>
            </a:fld>
            <a:endParaRPr lang="en-R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F21D0B-FCF2-D64C-155F-D66CD4C28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16E42A-9270-70F2-BCD7-E4678F312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EB8B6-6578-4CCE-B401-CBE47CBB19F9}" type="slidenum">
              <a:rPr lang="en-RW" smtClean="0"/>
              <a:t>‹#›</a:t>
            </a:fld>
            <a:endParaRPr lang="en-RW"/>
          </a:p>
        </p:txBody>
      </p:sp>
    </p:spTree>
    <p:extLst>
      <p:ext uri="{BB962C8B-B14F-4D97-AF65-F5344CB8AC3E}">
        <p14:creationId xmlns:p14="http://schemas.microsoft.com/office/powerpoint/2010/main" val="1225641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4A74D9-90BB-C95A-F6C7-590331900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R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4FEC90-4BB7-2905-75E4-4142A9B88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6FDF69-931C-86B4-B3C5-269DD0E349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16E6E7-030B-4CCA-A60A-6AC9A3F36713}" type="datetimeFigureOut">
              <a:rPr lang="en-RW" smtClean="0"/>
              <a:t>26/11/2025</a:t>
            </a:fld>
            <a:endParaRPr lang="en-R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21B391-29AD-5A82-9641-15A201EAC4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R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B4F271-6533-036E-91D8-199AAB0972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2EB8B6-6578-4CCE-B401-CBE47CBB19F9}" type="slidenum">
              <a:rPr lang="en-RW" smtClean="0"/>
              <a:t>‹#›</a:t>
            </a:fld>
            <a:endParaRPr lang="en-RW"/>
          </a:p>
        </p:txBody>
      </p:sp>
    </p:spTree>
    <p:extLst>
      <p:ext uri="{BB962C8B-B14F-4D97-AF65-F5344CB8AC3E}">
        <p14:creationId xmlns:p14="http://schemas.microsoft.com/office/powerpoint/2010/main" val="2912024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9" name="Rectangle 48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EB6CD4-698C-E51C-B533-FC935E67B3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26693" y="1030406"/>
            <a:ext cx="8147713" cy="3081242"/>
          </a:xfrm>
        </p:spPr>
        <p:txBody>
          <a:bodyPr anchor="ctr">
            <a:normAutofit/>
          </a:bodyPr>
          <a:lstStyle/>
          <a:p>
            <a:br>
              <a:rPr lang="en-US" sz="1900">
                <a:solidFill>
                  <a:srgbClr val="FFFFFF"/>
                </a:solidFill>
              </a:rPr>
            </a:br>
            <a:br>
              <a:rPr lang="en-US" sz="1900">
                <a:solidFill>
                  <a:srgbClr val="FFFFFF"/>
                </a:solidFill>
              </a:rPr>
            </a:br>
            <a:br>
              <a:rPr lang="en-US" sz="1900">
                <a:solidFill>
                  <a:srgbClr val="FFFFFF"/>
                </a:solidFill>
              </a:rPr>
            </a:br>
            <a:br>
              <a:rPr lang="en-US" sz="1900">
                <a:solidFill>
                  <a:srgbClr val="FFFFFF"/>
                </a:solidFill>
              </a:rPr>
            </a:br>
            <a:br>
              <a:rPr lang="en-US" sz="1900">
                <a:solidFill>
                  <a:srgbClr val="FFFFFF"/>
                </a:solidFill>
              </a:rPr>
            </a:br>
            <a:br>
              <a:rPr lang="en-US" sz="1900">
                <a:solidFill>
                  <a:srgbClr val="FFFFFF"/>
                </a:solidFill>
              </a:rPr>
            </a:br>
            <a:r>
              <a:rPr lang="en-US" sz="1900">
                <a:solidFill>
                  <a:srgbClr val="FFFFFF"/>
                </a:solidFill>
              </a:rPr>
              <a:t>ULK GISENYI CAMPUS</a:t>
            </a:r>
            <a:br>
              <a:rPr lang="en-US" sz="1900">
                <a:solidFill>
                  <a:srgbClr val="FFFFFF"/>
                </a:solidFill>
              </a:rPr>
            </a:br>
            <a:r>
              <a:rPr lang="en-US" sz="1900">
                <a:solidFill>
                  <a:srgbClr val="FFFFFF"/>
                </a:solidFill>
              </a:rPr>
              <a:t>cloud computing</a:t>
            </a:r>
            <a:br>
              <a:rPr lang="en-US" sz="1900">
                <a:solidFill>
                  <a:srgbClr val="FFFFFF"/>
                </a:solidFill>
              </a:rPr>
            </a:br>
            <a:r>
              <a:rPr lang="en-US" sz="1900">
                <a:solidFill>
                  <a:srgbClr val="FFFFFF"/>
                </a:solidFill>
              </a:rPr>
              <a:t>y2 networking</a:t>
            </a:r>
            <a:br>
              <a:rPr lang="en-US" sz="1900">
                <a:solidFill>
                  <a:srgbClr val="FFFFFF"/>
                </a:solidFill>
              </a:rPr>
            </a:br>
            <a:r>
              <a:rPr lang="en-US" sz="1900">
                <a:solidFill>
                  <a:srgbClr val="FFFFFF"/>
                </a:solidFill>
              </a:rPr>
              <a:t>26/11/2025</a:t>
            </a:r>
            <a:br>
              <a:rPr lang="en-US" sz="1900">
                <a:solidFill>
                  <a:srgbClr val="FFFFFF"/>
                </a:solidFill>
              </a:rPr>
            </a:br>
            <a:r>
              <a:rPr lang="en-US" sz="1900">
                <a:solidFill>
                  <a:srgbClr val="FFFFFF"/>
                </a:solidFill>
              </a:rPr>
              <a:t>Roll number:202421034</a:t>
            </a:r>
            <a:endParaRPr lang="en-RW" sz="190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EAD4EB-A024-2EE9-514E-9E7D79CF64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59943" y="5171093"/>
            <a:ext cx="9078628" cy="860620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ACTIVITY </a:t>
            </a:r>
            <a:endParaRPr lang="en-RW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27268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FA5E3-C98F-65AE-02BA-489E66762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R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F8DE3C-4E26-E76F-83A5-473035DF7B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Cloud Computing Terms Explained</a:t>
            </a:r>
          </a:p>
          <a:p>
            <a:r>
              <a:rPr lang="en-US" b="1" dirty="0"/>
              <a:t>a) Region</a:t>
            </a:r>
          </a:p>
          <a:p>
            <a:r>
              <a:rPr lang="en-US" dirty="0"/>
              <a:t>A </a:t>
            </a:r>
            <a:r>
              <a:rPr lang="en-US" b="1" dirty="0"/>
              <a:t>region</a:t>
            </a:r>
            <a:r>
              <a:rPr lang="en-US" dirty="0"/>
              <a:t> is a </a:t>
            </a:r>
            <a:r>
              <a:rPr lang="en-US" b="1" dirty="0"/>
              <a:t>geographical area</a:t>
            </a:r>
            <a:r>
              <a:rPr lang="en-US" dirty="0"/>
              <a:t> where a cloud provider has its data centers.</a:t>
            </a:r>
            <a:br>
              <a:rPr lang="en-US" dirty="0"/>
            </a:br>
            <a:r>
              <a:rPr lang="en-US" dirty="0"/>
              <a:t>Each region contains multiple availability zones.</a:t>
            </a:r>
          </a:p>
          <a:p>
            <a:r>
              <a:rPr lang="en-US" b="1" dirty="0"/>
              <a:t>Example:</a:t>
            </a:r>
            <a:r>
              <a:rPr lang="en-US" dirty="0"/>
              <a:t> East US, Europe West, Asia Pacific</a:t>
            </a:r>
            <a:br>
              <a:rPr lang="en-US" dirty="0"/>
            </a:br>
            <a:r>
              <a:rPr lang="en-US" dirty="0"/>
              <a:t>In Amazon Web Services, regions are named like </a:t>
            </a:r>
            <a:r>
              <a:rPr lang="en-US" b="1" dirty="0"/>
              <a:t>us-east-1</a:t>
            </a:r>
            <a:r>
              <a:rPr lang="en-US" dirty="0"/>
              <a:t>, </a:t>
            </a:r>
            <a:r>
              <a:rPr lang="en-US" b="1" dirty="0"/>
              <a:t>eu-west-1</a:t>
            </a:r>
            <a:r>
              <a:rPr lang="en-US" dirty="0"/>
              <a:t>.</a:t>
            </a:r>
          </a:p>
          <a:p>
            <a:endParaRPr lang="en-RW" dirty="0"/>
          </a:p>
        </p:txBody>
      </p:sp>
    </p:spTree>
    <p:extLst>
      <p:ext uri="{BB962C8B-B14F-4D97-AF65-F5344CB8AC3E}">
        <p14:creationId xmlns:p14="http://schemas.microsoft.com/office/powerpoint/2010/main" val="1754908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51E21-CA33-FD8F-1A85-5F5E63C68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R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02695-FF49-C156-255C-F67A3DB675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 Availability Zone (AZ)</a:t>
            </a:r>
          </a:p>
          <a:p>
            <a:r>
              <a:rPr lang="en-US" dirty="0"/>
              <a:t>An </a:t>
            </a:r>
            <a:r>
              <a:rPr lang="en-US" b="1" dirty="0"/>
              <a:t>availability zone</a:t>
            </a:r>
            <a:r>
              <a:rPr lang="en-US" dirty="0"/>
              <a:t> is a </a:t>
            </a:r>
            <a:r>
              <a:rPr lang="en-US" b="1" dirty="0"/>
              <a:t>separate, isolated data center</a:t>
            </a:r>
            <a:r>
              <a:rPr lang="en-US" dirty="0"/>
              <a:t> inside a region.</a:t>
            </a:r>
            <a:br>
              <a:rPr lang="en-US" dirty="0"/>
            </a:br>
            <a:r>
              <a:rPr lang="en-US" dirty="0"/>
              <a:t>Each region has </a:t>
            </a:r>
            <a:r>
              <a:rPr lang="en-US" b="1" dirty="0"/>
              <a:t>2 or more availability zones</a:t>
            </a:r>
            <a:r>
              <a:rPr lang="en-US" dirty="0"/>
              <a:t>.</a:t>
            </a:r>
          </a:p>
          <a:p>
            <a:r>
              <a:rPr lang="en-RW" b="1" dirty="0"/>
              <a:t>✅ </a:t>
            </a:r>
            <a:r>
              <a:rPr lang="en-US" b="1" dirty="0"/>
              <a:t>Purpose:</a:t>
            </a:r>
          </a:p>
          <a:p>
            <a:r>
              <a:rPr lang="en-US" dirty="0"/>
              <a:t>Prevent system failure if one data center goes down</a:t>
            </a:r>
          </a:p>
          <a:p>
            <a:r>
              <a:rPr lang="en-US" dirty="0"/>
              <a:t>Improve </a:t>
            </a:r>
            <a:r>
              <a:rPr lang="en-US" b="1" dirty="0"/>
              <a:t>high availability &amp; fault tolerance</a:t>
            </a:r>
            <a:endParaRPr lang="en-US" dirty="0"/>
          </a:p>
          <a:p>
            <a:r>
              <a:rPr lang="en-US" b="1" dirty="0"/>
              <a:t>Example:</a:t>
            </a:r>
            <a:r>
              <a:rPr lang="en-US" dirty="0"/>
              <a:t> If one AZ fails, another AZ continues running your application.</a:t>
            </a:r>
          </a:p>
          <a:p>
            <a:endParaRPr lang="en-RW" dirty="0"/>
          </a:p>
        </p:txBody>
      </p:sp>
    </p:spTree>
    <p:extLst>
      <p:ext uri="{BB962C8B-B14F-4D97-AF65-F5344CB8AC3E}">
        <p14:creationId xmlns:p14="http://schemas.microsoft.com/office/powerpoint/2010/main" val="5683091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CFA8F-01F2-8246-17CD-D189C7363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zone</a:t>
            </a:r>
            <a:endParaRPr lang="en-R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B66B0-C5CF-3AA2-0B13-CB927B241B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b="1" dirty="0"/>
          </a:p>
          <a:p>
            <a:r>
              <a:rPr lang="en-US" dirty="0"/>
              <a:t>A </a:t>
            </a:r>
            <a:r>
              <a:rPr lang="en-US" b="1" dirty="0"/>
              <a:t>local zone</a:t>
            </a:r>
            <a:r>
              <a:rPr lang="en-US" dirty="0"/>
              <a:t> is a </a:t>
            </a:r>
            <a:r>
              <a:rPr lang="en-US" b="1" dirty="0"/>
              <a:t>small cloud data center placed near big cities</a:t>
            </a:r>
            <a:r>
              <a:rPr lang="en-US" dirty="0"/>
              <a:t> to bring cloud services closer to users.</a:t>
            </a:r>
          </a:p>
          <a:p>
            <a:r>
              <a:rPr lang="en-US" b="1" dirty="0"/>
              <a:t>✅ Purpose:</a:t>
            </a:r>
          </a:p>
          <a:p>
            <a:r>
              <a:rPr lang="en-US" dirty="0"/>
              <a:t>Reduce </a:t>
            </a:r>
            <a:r>
              <a:rPr lang="en-US" b="1" dirty="0"/>
              <a:t>network delay (latency)</a:t>
            </a:r>
            <a:endParaRPr lang="en-US" dirty="0"/>
          </a:p>
          <a:p>
            <a:r>
              <a:rPr lang="en-US" dirty="0"/>
              <a:t>Improve performance for:</a:t>
            </a:r>
          </a:p>
          <a:p>
            <a:pPr lvl="1"/>
            <a:r>
              <a:rPr lang="en-US" dirty="0"/>
              <a:t>Online gaming</a:t>
            </a:r>
          </a:p>
          <a:p>
            <a:pPr lvl="1"/>
            <a:r>
              <a:rPr lang="en-US" dirty="0"/>
              <a:t>Video streaming</a:t>
            </a:r>
          </a:p>
          <a:p>
            <a:pPr lvl="1"/>
            <a:r>
              <a:rPr lang="en-US" dirty="0"/>
              <a:t>Real-time applications</a:t>
            </a:r>
          </a:p>
          <a:p>
            <a:endParaRPr lang="en-RW" dirty="0"/>
          </a:p>
        </p:txBody>
      </p:sp>
    </p:spTree>
    <p:extLst>
      <p:ext uri="{BB962C8B-B14F-4D97-AF65-F5344CB8AC3E}">
        <p14:creationId xmlns:p14="http://schemas.microsoft.com/office/powerpoint/2010/main" val="39572905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C9A7C-1BBB-5961-9D4B-FBEA18F10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VPC</a:t>
            </a:r>
            <a:endParaRPr lang="en-R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51C90E-6EB4-BB0B-D3CD-0BDA265757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VPC (Virtual Private Cloud)</a:t>
            </a:r>
          </a:p>
          <a:p>
            <a:r>
              <a:rPr lang="en-US" dirty="0"/>
              <a:t>A </a:t>
            </a:r>
            <a:r>
              <a:rPr lang="en-US" b="1" dirty="0"/>
              <a:t>VPC</a:t>
            </a:r>
            <a:r>
              <a:rPr lang="en-US" dirty="0"/>
              <a:t> is a </a:t>
            </a:r>
            <a:r>
              <a:rPr lang="en-US" b="1" dirty="0"/>
              <a:t>private network</a:t>
            </a:r>
            <a:r>
              <a:rPr lang="en-US" dirty="0"/>
              <a:t> created inside the cloud where you can launch your cloud resources.</a:t>
            </a:r>
          </a:p>
          <a:p>
            <a:r>
              <a:rPr lang="en-US" b="1" dirty="0"/>
              <a:t>✅ What a VPC allows you to do:</a:t>
            </a:r>
          </a:p>
          <a:p>
            <a:r>
              <a:rPr lang="en-US" dirty="0"/>
              <a:t>Control </a:t>
            </a:r>
            <a:r>
              <a:rPr lang="en-US" b="1" dirty="0"/>
              <a:t>IP addresses</a:t>
            </a:r>
            <a:endParaRPr lang="en-US" dirty="0"/>
          </a:p>
          <a:p>
            <a:r>
              <a:rPr lang="en-US" dirty="0"/>
              <a:t>Control </a:t>
            </a:r>
            <a:r>
              <a:rPr lang="en-US" b="1" dirty="0"/>
              <a:t>security</a:t>
            </a:r>
            <a:endParaRPr lang="en-US" dirty="0"/>
          </a:p>
          <a:p>
            <a:r>
              <a:rPr lang="en-US" dirty="0"/>
              <a:t>Control </a:t>
            </a:r>
            <a:r>
              <a:rPr lang="en-US" b="1" dirty="0"/>
              <a:t>network traffic</a:t>
            </a:r>
            <a:endParaRPr lang="en-US" dirty="0"/>
          </a:p>
          <a:p>
            <a:r>
              <a:rPr lang="en-US" dirty="0"/>
              <a:t>Isolate your cloud resources from others</a:t>
            </a:r>
          </a:p>
          <a:p>
            <a:endParaRPr lang="en-RW" dirty="0"/>
          </a:p>
        </p:txBody>
      </p:sp>
    </p:spTree>
    <p:extLst>
      <p:ext uri="{BB962C8B-B14F-4D97-AF65-F5344CB8AC3E}">
        <p14:creationId xmlns:p14="http://schemas.microsoft.com/office/powerpoint/2010/main" val="21885408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16D6E-D353-D6A8-FF8E-2B7CDD11B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SUBNET</a:t>
            </a:r>
            <a:endParaRPr lang="en-R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1CA90-9892-3B88-BC05-50086CCBB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subnet</a:t>
            </a:r>
            <a:r>
              <a:rPr lang="en-US" dirty="0"/>
              <a:t> is a </a:t>
            </a:r>
            <a:r>
              <a:rPr lang="en-US" b="1" dirty="0"/>
              <a:t>smaller network inside a VPC</a:t>
            </a:r>
            <a:r>
              <a:rPr lang="en-US" dirty="0"/>
              <a:t> used to organize cloud resources.</a:t>
            </a:r>
          </a:p>
          <a:p>
            <a:r>
              <a:rPr lang="en-US" b="1" dirty="0"/>
              <a:t>✅ Types of subnets:</a:t>
            </a:r>
          </a:p>
          <a:p>
            <a:r>
              <a:rPr lang="en-US" b="1" dirty="0"/>
              <a:t>Public Subnet:</a:t>
            </a:r>
            <a:r>
              <a:rPr lang="en-US" dirty="0"/>
              <a:t> Connected to the internet</a:t>
            </a:r>
          </a:p>
          <a:p>
            <a:r>
              <a:rPr lang="en-US" b="1" dirty="0"/>
              <a:t>Private Subnet:</a:t>
            </a:r>
            <a:r>
              <a:rPr lang="en-US" dirty="0"/>
              <a:t> Not connected to the internet</a:t>
            </a:r>
          </a:p>
          <a:p>
            <a:r>
              <a:rPr lang="en-US" b="1" dirty="0"/>
              <a:t>✅ Uses of subnets:</a:t>
            </a:r>
          </a:p>
          <a:p>
            <a:r>
              <a:rPr lang="en-US" dirty="0"/>
              <a:t>Improve </a:t>
            </a:r>
            <a:r>
              <a:rPr lang="en-US" b="1" dirty="0"/>
              <a:t>security</a:t>
            </a:r>
            <a:endParaRPr lang="en-US" dirty="0"/>
          </a:p>
          <a:p>
            <a:r>
              <a:rPr lang="en-US" dirty="0"/>
              <a:t>Organize servers properly</a:t>
            </a:r>
          </a:p>
          <a:p>
            <a:r>
              <a:rPr lang="en-US" dirty="0"/>
              <a:t>Control traffic flow</a:t>
            </a:r>
          </a:p>
          <a:p>
            <a:endParaRPr lang="en-RW" dirty="0"/>
          </a:p>
        </p:txBody>
      </p:sp>
    </p:spTree>
    <p:extLst>
      <p:ext uri="{BB962C8B-B14F-4D97-AF65-F5344CB8AC3E}">
        <p14:creationId xmlns:p14="http://schemas.microsoft.com/office/powerpoint/2010/main" val="37102400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2D3F4-3134-10C7-E17D-92D7E33CE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EXPLORE GITHUB IS?</a:t>
            </a:r>
            <a:endParaRPr lang="en-R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718B5-582D-9827-5716-F1982833D8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b="1" dirty="0"/>
              <a:t>What is “Explore GitHub”?</a:t>
            </a:r>
          </a:p>
          <a:p>
            <a:r>
              <a:rPr lang="en-US" b="1" dirty="0"/>
              <a:t>Explore GitHub</a:t>
            </a:r>
            <a:r>
              <a:rPr lang="en-US" dirty="0"/>
              <a:t> is a special section in GitHub that helps users:</a:t>
            </a:r>
          </a:p>
          <a:p>
            <a:r>
              <a:rPr lang="en-US" dirty="0"/>
              <a:t>Discover </a:t>
            </a:r>
            <a:r>
              <a:rPr lang="en-US" b="1" dirty="0"/>
              <a:t>open-source projects</a:t>
            </a:r>
            <a:endParaRPr lang="en-US" dirty="0"/>
          </a:p>
          <a:p>
            <a:r>
              <a:rPr lang="en-US" dirty="0"/>
              <a:t>Find </a:t>
            </a:r>
            <a:r>
              <a:rPr lang="en-US" b="1" dirty="0"/>
              <a:t>learning repositories</a:t>
            </a:r>
            <a:endParaRPr lang="en-US" dirty="0"/>
          </a:p>
          <a:p>
            <a:r>
              <a:rPr lang="en-US" dirty="0"/>
              <a:t>Learn new </a:t>
            </a:r>
            <a:r>
              <a:rPr lang="en-US" b="1" dirty="0"/>
              <a:t>programming skills</a:t>
            </a:r>
            <a:endParaRPr lang="en-US" dirty="0"/>
          </a:p>
          <a:p>
            <a:r>
              <a:rPr lang="en-US" dirty="0"/>
              <a:t>Follow </a:t>
            </a:r>
            <a:r>
              <a:rPr lang="en-US" b="1" dirty="0"/>
              <a:t>trending technologies</a:t>
            </a:r>
            <a:endParaRPr lang="en-US" dirty="0"/>
          </a:p>
          <a:p>
            <a:r>
              <a:rPr lang="en-US" dirty="0"/>
              <a:t>Join </a:t>
            </a:r>
            <a:r>
              <a:rPr lang="en-US" b="1" dirty="0"/>
              <a:t>developer communities</a:t>
            </a:r>
            <a:endParaRPr lang="en-US" dirty="0"/>
          </a:p>
          <a:p>
            <a:r>
              <a:rPr lang="en-US" b="1" dirty="0"/>
              <a:t>✅ What you can do in Explore GitHub:</a:t>
            </a:r>
          </a:p>
          <a:p>
            <a:r>
              <a:rPr lang="en-US" dirty="0"/>
              <a:t>Search for projects</a:t>
            </a:r>
          </a:p>
          <a:p>
            <a:r>
              <a:rPr lang="en-US" dirty="0"/>
              <a:t>View other people’s code</a:t>
            </a:r>
          </a:p>
          <a:p>
            <a:r>
              <a:rPr lang="en-US" dirty="0"/>
              <a:t>Learn from examples</a:t>
            </a:r>
          </a:p>
          <a:p>
            <a:r>
              <a:rPr lang="en-US" dirty="0"/>
              <a:t>Contribute to open-source software</a:t>
            </a:r>
          </a:p>
          <a:p>
            <a:endParaRPr lang="en-RW" dirty="0"/>
          </a:p>
        </p:txBody>
      </p:sp>
    </p:spTree>
    <p:extLst>
      <p:ext uri="{BB962C8B-B14F-4D97-AF65-F5344CB8AC3E}">
        <p14:creationId xmlns:p14="http://schemas.microsoft.com/office/powerpoint/2010/main" val="12023949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339</Words>
  <Application>Microsoft Office PowerPoint</Application>
  <PresentationFormat>Widescreen</PresentationFormat>
  <Paragraphs>51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      ULK GISENYI CAMPUS cloud computing y2 networking 26/11/2025 Roll number:202421034</vt:lpstr>
      <vt:lpstr>PowerPoint Presentation</vt:lpstr>
      <vt:lpstr>PowerPoint Presentation</vt:lpstr>
      <vt:lpstr>Local zone</vt:lpstr>
      <vt:lpstr>VPC</vt:lpstr>
      <vt:lpstr>SUBNET</vt:lpstr>
      <vt:lpstr>EXPLORE GITHUB IS?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willy mh</dc:creator>
  <cp:lastModifiedBy>willy mh</cp:lastModifiedBy>
  <cp:revision>4</cp:revision>
  <dcterms:created xsi:type="dcterms:W3CDTF">2025-11-26T08:51:03Z</dcterms:created>
  <dcterms:modified xsi:type="dcterms:W3CDTF">2025-11-26T09:48:09Z</dcterms:modified>
</cp:coreProperties>
</file>