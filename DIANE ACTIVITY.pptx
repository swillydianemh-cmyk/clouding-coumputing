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R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FFA0-57D0-D11D-1587-B78B8F92E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516A9-8EBA-7F3B-2EBF-E1B2B61F5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4A2ED-4D88-3ADC-1AEF-58DBFE3B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63BEA-7037-37F9-30C5-CFE30617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7A2F6-6818-6F40-40C7-6BA79BDB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01254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C50A-F2AB-2646-D944-55DB8979E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F2F71-5350-5FA0-78F9-2E914859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D6B34-30FD-8D68-B45A-15F44EEF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6103-8FF2-E511-FC78-C375032C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76023-A5A2-B3A2-071E-5B3D5757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7838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1835-754E-A49D-8982-28908E5A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B9EFD-1B2F-4176-4687-A3FD37230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328C7-8D7E-567E-8CB0-3BCB1F62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9383D-15C2-3717-0F24-57C0CFC3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676D-DC45-04C8-CA0D-FD88037C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9934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E48F-FC67-051E-779C-6AA78B20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0D02A-FE6E-B489-89A7-4BA600337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BC0D2-855C-47BD-ED4B-5CB1DE368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966AC-AE22-7C09-310B-FB27AF26C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1449D-6289-1D18-EFC1-BAEC0B56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16E66-12EC-854C-5023-B05C74B5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36860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1DD9-1B9E-5439-5F82-ED46F0DD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ACDA1-F00B-94FD-FA74-99238525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B782E-BD30-D201-41A5-939ED9242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3FB39-7B0D-6007-9EAF-FCEE7C8E1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1400E-00E1-150D-C662-FC4003ADC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2C1AE-17DB-80D3-18C8-E2678DC5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7367E-7FF7-97F4-7E98-114D037E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C72B89-A4DB-BCED-14E1-BF5793F6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27517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C2FF-0B8E-01F8-2BA9-02B3BA5B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E7D88-1BF4-D77E-D7DC-510527D1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81663-98B6-B1A5-1650-9D4BE007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C8370-27B9-B79B-9BEB-33E80E28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9918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456B6-3E7B-A508-657F-53B9AADA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36D1A-1D6A-81F8-5943-58E0EC51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5021F-16DE-F2C7-F05A-2F53A6CC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7830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3099F-BA01-A1DD-76B5-D81559265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9B5C-CE86-3ED7-834B-69D351E81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CDE8E-EA4A-D388-802C-E44EA417E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AC9A4-D1BF-AD87-682E-2C3AF11F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5A5AC-A88F-DAD2-2893-6FB62872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D489B-7555-E3DF-0FFD-F4C9F781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79621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89E1-F338-F91C-1729-599AA031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B1665F-F0AB-91FA-755B-46477CEC7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E2568-BB0D-6234-D606-04CC869FF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D60F7-A899-CC27-35BD-C7A17844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AFF52-F455-D02D-8B3D-4A62F0FB5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C7B1A-5AC6-F16A-9AFE-72C6C661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84248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4350-C697-469F-8FB1-B9F388EF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EDDC1-4F31-D679-7222-32F28AFE0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BA724-CC02-75CE-625D-9602ADA6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750AA-F614-B9F3-0EF1-3A9C143B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A0045-CCEF-74CE-E4DB-03D9DB65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4749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70BB8-F747-7CFB-9DB4-40029F5A9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06E83-D8AF-DE76-C78A-7E80C99CC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781E8-87A6-DB17-C00C-8453BDEB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1D0B-FCF2-D64C-155F-D66CD4C2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6E42A-9270-70F2-BCD7-E4678F31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122564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4A74D9-90BB-C95A-F6C7-59033190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FEC90-4BB7-2905-75E4-4142A9B88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FDF69-931C-86B4-B3C5-269DD0E34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6E6E7-030B-4CCA-A60A-6AC9A3F36713}" type="datetimeFigureOut">
              <a:rPr lang="en-RW" smtClean="0"/>
              <a:t>26/11/2025</a:t>
            </a:fld>
            <a:endParaRPr lang="en-R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1B391-29AD-5A82-9641-15A201EAC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F271-6533-036E-91D8-199AAB097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EB8B6-6578-4CCE-B401-CBE47CBB19F9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91202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B6CD4-698C-E51C-B533-FC935E67B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ULK GISENYI CAMPUS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cloud computing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y2 networking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26/11/2025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Roll number:202521034</a:t>
            </a:r>
            <a:endParaRPr lang="en-RW" sz="1900" dirty="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AD4EB-A024-2EE9-514E-9E7D79CF6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ACTIVITY </a:t>
            </a:r>
            <a:endParaRPr lang="en-RW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2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A5E3-C98F-65AE-02BA-489E6676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8DE3C-4E26-E76F-83A5-473035DF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Cloud Computing Terms Explained</a:t>
            </a:r>
          </a:p>
          <a:p>
            <a:r>
              <a:rPr lang="en-US" b="1" dirty="0"/>
              <a:t>a) Region</a:t>
            </a:r>
          </a:p>
          <a:p>
            <a:r>
              <a:rPr lang="en-US" dirty="0"/>
              <a:t>A </a:t>
            </a:r>
            <a:r>
              <a:rPr lang="en-US" b="1" dirty="0"/>
              <a:t>region</a:t>
            </a:r>
            <a:r>
              <a:rPr lang="en-US" dirty="0"/>
              <a:t> is a </a:t>
            </a:r>
            <a:r>
              <a:rPr lang="en-US" b="1" dirty="0"/>
              <a:t>geographical area</a:t>
            </a:r>
            <a:r>
              <a:rPr lang="en-US" dirty="0"/>
              <a:t> where a cloud provider has its data centers.</a:t>
            </a:r>
            <a:br>
              <a:rPr lang="en-US" dirty="0"/>
            </a:br>
            <a:r>
              <a:rPr lang="en-US" dirty="0"/>
              <a:t>Each region contains multiple availability zones.</a:t>
            </a:r>
          </a:p>
          <a:p>
            <a:r>
              <a:rPr lang="en-US" b="1" dirty="0"/>
              <a:t>Example:</a:t>
            </a:r>
            <a:r>
              <a:rPr lang="en-US" dirty="0"/>
              <a:t> East US, Europe West, Asia Pacific</a:t>
            </a:r>
            <a:br>
              <a:rPr lang="en-US" dirty="0"/>
            </a:br>
            <a:r>
              <a:rPr lang="en-US" dirty="0"/>
              <a:t>In Amazon Web Services, regions are named like </a:t>
            </a:r>
            <a:r>
              <a:rPr lang="en-US" b="1" dirty="0"/>
              <a:t>us-east-1</a:t>
            </a:r>
            <a:r>
              <a:rPr lang="en-US" dirty="0"/>
              <a:t>, </a:t>
            </a:r>
            <a:r>
              <a:rPr lang="en-US" b="1" dirty="0"/>
              <a:t>eu-west-1</a:t>
            </a:r>
            <a:r>
              <a:rPr lang="en-US" dirty="0"/>
              <a:t>.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75490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1E21-CA33-FD8F-1A85-5F5E63C6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R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02695-FF49-C156-255C-F67A3DB6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Availability Zone (AZ)</a:t>
            </a:r>
          </a:p>
          <a:p>
            <a:r>
              <a:rPr lang="en-US" dirty="0"/>
              <a:t>An </a:t>
            </a:r>
            <a:r>
              <a:rPr lang="en-US" b="1" dirty="0"/>
              <a:t>availability zone</a:t>
            </a:r>
            <a:r>
              <a:rPr lang="en-US" dirty="0"/>
              <a:t> is a </a:t>
            </a:r>
            <a:r>
              <a:rPr lang="en-US" b="1" dirty="0"/>
              <a:t>separate, isolated data center</a:t>
            </a:r>
            <a:r>
              <a:rPr lang="en-US" dirty="0"/>
              <a:t> inside a region.</a:t>
            </a:r>
            <a:br>
              <a:rPr lang="en-US" dirty="0"/>
            </a:br>
            <a:r>
              <a:rPr lang="en-US" dirty="0"/>
              <a:t>Each region has </a:t>
            </a:r>
            <a:r>
              <a:rPr lang="en-US" b="1" dirty="0"/>
              <a:t>2 or more availability zones</a:t>
            </a:r>
            <a:r>
              <a:rPr lang="en-US" dirty="0"/>
              <a:t>.</a:t>
            </a:r>
          </a:p>
          <a:p>
            <a:r>
              <a:rPr lang="en-RW" b="1" dirty="0"/>
              <a:t>✅ </a:t>
            </a:r>
            <a:r>
              <a:rPr lang="en-US" b="1" dirty="0"/>
              <a:t>Purpose:</a:t>
            </a:r>
          </a:p>
          <a:p>
            <a:r>
              <a:rPr lang="en-US" dirty="0"/>
              <a:t>Prevent system failure if one data center goes down</a:t>
            </a:r>
          </a:p>
          <a:p>
            <a:r>
              <a:rPr lang="en-US" dirty="0"/>
              <a:t>Improve </a:t>
            </a:r>
            <a:r>
              <a:rPr lang="en-US" b="1" dirty="0"/>
              <a:t>high availability &amp; fault tolerance</a:t>
            </a:r>
            <a:endParaRPr lang="en-US" dirty="0"/>
          </a:p>
          <a:p>
            <a:r>
              <a:rPr lang="en-US" b="1" dirty="0"/>
              <a:t>Example:</a:t>
            </a:r>
            <a:r>
              <a:rPr lang="en-US" dirty="0"/>
              <a:t> If one AZ fails, another AZ continues running your application.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56830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FA8F-01F2-8246-17CD-D189C736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zone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B66B0-C5CF-3AA2-0B13-CB927B24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local zone</a:t>
            </a:r>
            <a:r>
              <a:rPr lang="en-US" dirty="0"/>
              <a:t> is a </a:t>
            </a:r>
            <a:r>
              <a:rPr lang="en-US" b="1" dirty="0"/>
              <a:t>small cloud data center placed near big cities</a:t>
            </a:r>
            <a:r>
              <a:rPr lang="en-US" dirty="0"/>
              <a:t> to bring cloud services closer to users.</a:t>
            </a:r>
          </a:p>
          <a:p>
            <a:r>
              <a:rPr lang="en-US" b="1" dirty="0"/>
              <a:t>✅ Purpose:</a:t>
            </a:r>
          </a:p>
          <a:p>
            <a:r>
              <a:rPr lang="en-US" dirty="0"/>
              <a:t>Reduce </a:t>
            </a:r>
            <a:r>
              <a:rPr lang="en-US" b="1" dirty="0"/>
              <a:t>network delay (latency)</a:t>
            </a:r>
            <a:endParaRPr lang="en-US" dirty="0"/>
          </a:p>
          <a:p>
            <a:r>
              <a:rPr lang="en-US" dirty="0"/>
              <a:t>Improve performance for:</a:t>
            </a:r>
          </a:p>
          <a:p>
            <a:pPr lvl="1"/>
            <a:r>
              <a:rPr lang="en-US" dirty="0"/>
              <a:t>Online gaming</a:t>
            </a:r>
          </a:p>
          <a:p>
            <a:pPr lvl="1"/>
            <a:r>
              <a:rPr lang="en-US" dirty="0"/>
              <a:t>Video streaming</a:t>
            </a:r>
          </a:p>
          <a:p>
            <a:pPr lvl="1"/>
            <a:r>
              <a:rPr lang="en-US" dirty="0"/>
              <a:t>Real-time applications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95729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9A7C-1BBB-5961-9D4B-FBEA18F1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VPC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C90E-6EB4-BB0B-D3CD-0BDA26575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VPC (Virtual Private Cloud)</a:t>
            </a:r>
          </a:p>
          <a:p>
            <a:r>
              <a:rPr lang="en-US" dirty="0"/>
              <a:t>A </a:t>
            </a:r>
            <a:r>
              <a:rPr lang="en-US" b="1" dirty="0"/>
              <a:t>VPC</a:t>
            </a:r>
            <a:r>
              <a:rPr lang="en-US" dirty="0"/>
              <a:t> is a </a:t>
            </a:r>
            <a:r>
              <a:rPr lang="en-US" b="1" dirty="0"/>
              <a:t>private network</a:t>
            </a:r>
            <a:r>
              <a:rPr lang="en-US" dirty="0"/>
              <a:t> created inside the cloud where you can launch your cloud resources.</a:t>
            </a:r>
          </a:p>
          <a:p>
            <a:r>
              <a:rPr lang="en-US" b="1" dirty="0"/>
              <a:t>✅ What a VPC allows you to do:</a:t>
            </a:r>
          </a:p>
          <a:p>
            <a:r>
              <a:rPr lang="en-US" dirty="0"/>
              <a:t>Control </a:t>
            </a:r>
            <a:r>
              <a:rPr lang="en-US" b="1" dirty="0"/>
              <a:t>IP addresses</a:t>
            </a:r>
            <a:endParaRPr lang="en-US" dirty="0"/>
          </a:p>
          <a:p>
            <a:r>
              <a:rPr lang="en-US" dirty="0"/>
              <a:t>Control </a:t>
            </a:r>
            <a:r>
              <a:rPr lang="en-US" b="1" dirty="0"/>
              <a:t>security</a:t>
            </a:r>
            <a:endParaRPr lang="en-US" dirty="0"/>
          </a:p>
          <a:p>
            <a:r>
              <a:rPr lang="en-US" dirty="0"/>
              <a:t>Control </a:t>
            </a:r>
            <a:r>
              <a:rPr lang="en-US" b="1" dirty="0"/>
              <a:t>network traffic</a:t>
            </a:r>
            <a:endParaRPr lang="en-US" dirty="0"/>
          </a:p>
          <a:p>
            <a:r>
              <a:rPr lang="en-US" dirty="0"/>
              <a:t>Isolate your cloud resources from others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188540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6D6E-D353-D6A8-FF8E-2B7CDD11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1CA90-9892-3B88-BC05-50086CCBB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subnet</a:t>
            </a:r>
            <a:r>
              <a:rPr lang="en-US" dirty="0"/>
              <a:t> is a </a:t>
            </a:r>
            <a:r>
              <a:rPr lang="en-US" b="1" dirty="0"/>
              <a:t>smaller network inside a VPC</a:t>
            </a:r>
            <a:r>
              <a:rPr lang="en-US" dirty="0"/>
              <a:t> used to organize cloud resources.</a:t>
            </a:r>
          </a:p>
          <a:p>
            <a:r>
              <a:rPr lang="en-US" b="1" dirty="0"/>
              <a:t>✅ Types of subnets:</a:t>
            </a:r>
          </a:p>
          <a:p>
            <a:r>
              <a:rPr lang="en-US" b="1" dirty="0"/>
              <a:t>Public Subnet:</a:t>
            </a:r>
            <a:r>
              <a:rPr lang="en-US" dirty="0"/>
              <a:t> Connected to the internet</a:t>
            </a:r>
          </a:p>
          <a:p>
            <a:r>
              <a:rPr lang="en-US" b="1" dirty="0"/>
              <a:t>Private Subnet:</a:t>
            </a:r>
            <a:r>
              <a:rPr lang="en-US" dirty="0"/>
              <a:t> Not connected to the internet</a:t>
            </a:r>
          </a:p>
          <a:p>
            <a:r>
              <a:rPr lang="en-US" b="1" dirty="0"/>
              <a:t>✅ Uses of subnets:</a:t>
            </a:r>
          </a:p>
          <a:p>
            <a:r>
              <a:rPr lang="en-US" dirty="0"/>
              <a:t>Improve </a:t>
            </a:r>
            <a:r>
              <a:rPr lang="en-US" b="1" dirty="0"/>
              <a:t>security</a:t>
            </a:r>
            <a:endParaRPr lang="en-US" dirty="0"/>
          </a:p>
          <a:p>
            <a:r>
              <a:rPr lang="en-US" dirty="0"/>
              <a:t>Organize servers properly</a:t>
            </a:r>
          </a:p>
          <a:p>
            <a:r>
              <a:rPr lang="en-US" dirty="0"/>
              <a:t>Control traffic flow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7102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D3F4-3134-10C7-E17D-92D7E33C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GITHUB IS?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18B5-582D-9827-5716-F1982833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What is “Explore GitHub”?</a:t>
            </a:r>
          </a:p>
          <a:p>
            <a:r>
              <a:rPr lang="en-US" b="1" dirty="0"/>
              <a:t>Explore GitHub</a:t>
            </a:r>
            <a:r>
              <a:rPr lang="en-US" dirty="0"/>
              <a:t> is a special section in GitHub that helps users:</a:t>
            </a:r>
          </a:p>
          <a:p>
            <a:r>
              <a:rPr lang="en-US" dirty="0"/>
              <a:t>Discover </a:t>
            </a:r>
            <a:r>
              <a:rPr lang="en-US" b="1" dirty="0"/>
              <a:t>open-source projects</a:t>
            </a:r>
            <a:endParaRPr lang="en-US" dirty="0"/>
          </a:p>
          <a:p>
            <a:r>
              <a:rPr lang="en-US" dirty="0"/>
              <a:t>Find </a:t>
            </a:r>
            <a:r>
              <a:rPr lang="en-US" b="1" dirty="0"/>
              <a:t>learning repositories</a:t>
            </a:r>
            <a:endParaRPr lang="en-US" dirty="0"/>
          </a:p>
          <a:p>
            <a:r>
              <a:rPr lang="en-US" dirty="0"/>
              <a:t>Learn new </a:t>
            </a:r>
            <a:r>
              <a:rPr lang="en-US" b="1" dirty="0"/>
              <a:t>programming skills</a:t>
            </a:r>
            <a:endParaRPr lang="en-US" dirty="0"/>
          </a:p>
          <a:p>
            <a:r>
              <a:rPr lang="en-US" dirty="0"/>
              <a:t>Follow </a:t>
            </a:r>
            <a:r>
              <a:rPr lang="en-US" b="1" dirty="0"/>
              <a:t>trending technologies</a:t>
            </a:r>
            <a:endParaRPr lang="en-US" dirty="0"/>
          </a:p>
          <a:p>
            <a:r>
              <a:rPr lang="en-US" dirty="0"/>
              <a:t>Join </a:t>
            </a:r>
            <a:r>
              <a:rPr lang="en-US" b="1" dirty="0"/>
              <a:t>developer communities</a:t>
            </a:r>
            <a:endParaRPr lang="en-US" dirty="0"/>
          </a:p>
          <a:p>
            <a:r>
              <a:rPr lang="en-US" b="1" dirty="0"/>
              <a:t>✅ What you can do in Explore GitHub:</a:t>
            </a:r>
          </a:p>
          <a:p>
            <a:r>
              <a:rPr lang="en-US" dirty="0"/>
              <a:t>Search for projects</a:t>
            </a:r>
          </a:p>
          <a:p>
            <a:r>
              <a:rPr lang="en-US" dirty="0"/>
              <a:t>View other people’s code</a:t>
            </a:r>
          </a:p>
          <a:p>
            <a:r>
              <a:rPr lang="en-US" dirty="0"/>
              <a:t>Learn from examples</a:t>
            </a:r>
          </a:p>
          <a:p>
            <a:r>
              <a:rPr lang="en-US" dirty="0"/>
              <a:t>Contribute to open-source software</a:t>
            </a:r>
          </a:p>
          <a:p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1202394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339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      ULK GISENYI CAMPUS cloud computing y2 networking 26/11/2025 Roll number:202521034</vt:lpstr>
      <vt:lpstr>PowerPoint Presentation</vt:lpstr>
      <vt:lpstr>PowerPoint Presentation</vt:lpstr>
      <vt:lpstr>Local zone</vt:lpstr>
      <vt:lpstr>VPC</vt:lpstr>
      <vt:lpstr>SUBNET</vt:lpstr>
      <vt:lpstr>EXPLORE GITHUB 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willy mh</dc:creator>
  <cp:lastModifiedBy>willy mh</cp:lastModifiedBy>
  <cp:revision>2</cp:revision>
  <dcterms:created xsi:type="dcterms:W3CDTF">2025-11-26T08:51:03Z</dcterms:created>
  <dcterms:modified xsi:type="dcterms:W3CDTF">2025-11-26T09:16:53Z</dcterms:modified>
</cp:coreProperties>
</file>